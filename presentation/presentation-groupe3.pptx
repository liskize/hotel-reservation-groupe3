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3fab523-8205-6851-64fc-a2d43d4d20f1}">
          <p14:sldIdLst>
            <p14:sldId id="256"/>
            <p14:sldId id="257"/>
          </p14:sldIdLst>
        </p14:section>
        <p14:section name="Solution technique" id="{d8ac1f48-9936-1b30-f64d-29fd66129728}">
          <p14:sldIdLst>
            <p14:sldId id="258"/>
            <p14:sldId id="259"/>
            <p14:sldId id="260"/>
            <p14:sldId id="261"/>
            <p14:sldId id="262"/>
          </p14:sldIdLst>
        </p14:section>
        <p14:section name="Qualité et démonstration" id="{3b4bdf68-5b1c-5386-e25f-c36b910a7b43}">
          <p14:sldIdLst>
            <p14:sldId id="263"/>
            <p14:sldId id="264"/>
            <p14:sldId id="265"/>
          </p14:sldIdLst>
        </p14:section>
        <p14:section name="Conclusion" id="{f5ce4178-0b68-5aa4-27c0-bc19bbb31fa1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3332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3332F"/>
                </a:solidFill>
                <a:latin typeface="+mn-lt"/>
              </a:rPr>
              <a:t>8 lignes → 3 réservations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Lignes</c:v>
                </c:pt>
              </c:strCache>
            </c:strRef>
          </c:tx>
          <c:spPr>
            <a:solidFill>
              <a:srgbClr val="C050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33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Lignes du CSV</c:v>
                  </c:pt>
                  <c:pt idx="1">
                    <c:v>Valides</c:v>
                  </c:pt>
                  <c:pt idx="2">
                    <c:v>Client trouvé</c:v>
                  </c:pt>
                  <c:pt idx="3">
                    <c:v>Hôtel trouvé</c:v>
                  </c:pt>
                  <c:pt idx="4">
                    <c:v>Insérées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333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3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projet du groupe 3 : une API REST de réservations hôtelières, alimentée par un flux NiFi à partir d'un fichier CSV. Plan : contexte, architecture, données, API, NiFi, tests, démonstration, difficultés, équipe, bilan.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besoin : des réservations arrivent dans des CSV de qualité variable. Trois objectifs : intégrer ces fichiers, fiabiliser les données (validation et doublons), puis les exposer via une API REST respectant un contrat commun défini par l'équipe.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données suivent ce chemin de gauche à droite. NiFi lit le CSV et écrit dans PostgreSQL ; l'API Flask lit et écrit dans la même base. Les trois services sont décrits dans docker-compose.yml : une personne extérieure installe tout avec le seul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tables. Les règles métier sont aussi dans la base : contraintes CHECK sur les dates et le nombre de personnes, unicité de l'email, de l'hôtel (nom + ville) et de la réservation. Ainsi, même un chargement NiFi ne peut pas créer de doublon.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ressources suivent exactement le même schéma de routes, défini dans le contrat commun. Les réservations acceptent en plus des filtres combinables. Le contrat est formalisé en OpenAPI 3 dans docs/openapi.yaml.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Toutes les erreurs ont la même structure, ce qui simplifie la vie des clients de l'API. Les codes sont ceux du contrat : 400 requête mal formée, 404 introuvable, 409 doublon, 422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flux NiFi en 8 processors. Sur les 8 lignes du CSV : 3 sont écartées à la validation (départ avant arrivée, email vide, 0 personne), une à la recherche de l'hôtel (hôtel inconnu), et le doublon est refusé par la contrainte d'unicité. Résultat : 3 réservations insérées, la base passe de 10 à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niveaux de tests : pytest (unitaires et intégration sur une vraie base PostgreSQL) et une collection Postman autonome qui crée ses données et les supprime. L'installation a été rejouée sur un clone vierge en suivant uniquement le README. Les tests ont révélé un vrai bug, documenté dans le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Passer à la démonstration en direct. Étape 1 : montrer le CSV et compter 10 réservations. Étape 2 : lancer le flux NiFi. Étape 3 : recompter (13) et consulter l'API. Étape 4 : Postman, création, modification, suppression, puis erreur 422 (départ avant arrivée) et doublon 409.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principales difficultés, surtout côté intégration : NiFi et Docker. Chacune a une solution documentée dans docs/nifi.md ou dans le README, section Problèmes fréquents.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rôles, un contrat commun (tables, routes, format d'erreur) fixé au départ. Organisation Git : une branche par fonctionnalité, fusion par pull request relue.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: le projet couvre toute la chaîne et s'installe de façon reproductible. Les limites sont connues et documentées dans le README, avec des pistes d'amélioration claires.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_SOMB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_SOMB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Groupe 3 SIE · API de réservations hôtelières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 réservations hôtelières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Flask · PostgreSQL · Apache NiFi · Docker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Groupe 3 SIE · Développement à base de composants · 29 octobre 2026</a:t>
            </a:r>
            <a:endParaRPr lang="en-US" sz="1800" dirty="0"/>
          </a:p>
        </p:txBody>
      </p:sp>
      <p:sp>
        <p:nvSpPr>
          <p:cNvPr id="4" name="Hôtel cercle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Hôtel icône" descr="Hôt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objectifs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Des hôtels reçoivent des réservations sous forme de fichiers CSV hétérogènes. Il faut les fiabiliser et les rendre accessibles par une API.</a:t>
            </a:r>
            <a:endParaRPr lang="en-US" sz="1600" dirty="0"/>
          </a:p>
        </p:txBody>
      </p:sp>
      <p:sp>
        <p:nvSpPr>
          <p:cNvPr id="4" name="Objectif 1"/>
          <p:cNvSpPr/>
          <p:nvPr/>
        </p:nvSpPr>
        <p:spPr>
          <a:xfrm>
            <a:off x="457200" y="182880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ntégrer cercle"/>
          <p:cNvSpPr/>
          <p:nvPr/>
        </p:nvSpPr>
        <p:spPr>
          <a:xfrm>
            <a:off x="73152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ntégrer icône" descr="Intégr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2174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Intégrer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918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Charger un CSV brut : dates hétérogènes, champs vides, doublons, incohérences</a:t>
            </a:r>
            <a:endParaRPr lang="en-US" sz="1400" dirty="0"/>
          </a:p>
        </p:txBody>
      </p:sp>
      <p:sp>
        <p:nvSpPr>
          <p:cNvPr id="9" name="Objectif 2"/>
          <p:cNvSpPr/>
          <p:nvPr/>
        </p:nvSpPr>
        <p:spPr>
          <a:xfrm>
            <a:off x="3291840" y="182880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iabiliser cercle"/>
          <p:cNvSpPr/>
          <p:nvPr/>
        </p:nvSpPr>
        <p:spPr>
          <a:xfrm>
            <a:off x="3566160" y="20574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Fiabiliser icône" descr="Fiabili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22174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Fiabiliser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2918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Valider chaque réservation, écarter les invalides, bloquer les doublons</a:t>
            </a:r>
            <a:endParaRPr lang="en-US" sz="1400" dirty="0"/>
          </a:p>
        </p:txBody>
      </p:sp>
      <p:sp>
        <p:nvSpPr>
          <p:cNvPr id="14" name="Objectif 3"/>
          <p:cNvSpPr/>
          <p:nvPr/>
        </p:nvSpPr>
        <p:spPr>
          <a:xfrm>
            <a:off x="6126480" y="182880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Exposer cercle"/>
          <p:cNvSpPr/>
          <p:nvPr/>
        </p:nvSpPr>
        <p:spPr>
          <a:xfrm>
            <a:off x="640080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Exposer icône" descr="Expos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2174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Exposer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2918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Offrir une API REST paginée et filtrable, avec un format d'erreur unique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Cadre docker compose"/>
          <p:cNvSpPr/>
          <p:nvPr/>
        </p:nvSpPr>
        <p:spPr>
          <a:xfrm>
            <a:off x="2057400" y="1143000"/>
            <a:ext cx="5074920" cy="2697480"/>
          </a:xfrm>
          <a:prstGeom prst="roundRect">
            <a:avLst>
              <a:gd name="adj" fmla="val 2712"/>
            </a:avLst>
          </a:prstGeom>
          <a:solidFill>
            <a:srgbClr val="E4ECEA"/>
          </a:solidFill>
          <a:ln w="12700">
            <a:solidFill>
              <a:srgbClr val="E4EC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194560" y="3474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docker compose : 3 conteneurs</a:t>
            </a:r>
            <a:endParaRPr lang="en-US" sz="1200" dirty="0"/>
          </a:p>
        </p:txBody>
      </p:sp>
      <p:sp>
        <p:nvSpPr>
          <p:cNvPr id="5" name="CSV brut cercle"/>
          <p:cNvSpPr/>
          <p:nvPr/>
        </p:nvSpPr>
        <p:spPr>
          <a:xfrm>
            <a:off x="777240" y="137160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CSV brut icône" descr="CSV br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5659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CSV brut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33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fichier source</a:t>
            </a:r>
            <a:endParaRPr lang="en-US" sz="1200" dirty="0"/>
          </a:p>
        </p:txBody>
      </p:sp>
      <p:sp>
        <p:nvSpPr>
          <p:cNvPr id="9" name="Flèche 1"/>
          <p:cNvSpPr/>
          <p:nvPr/>
        </p:nvSpPr>
        <p:spPr>
          <a:xfrm>
            <a:off x="1755648" y="1645920"/>
            <a:ext cx="329184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Apache NiFi cercle"/>
          <p:cNvSpPr/>
          <p:nvPr/>
        </p:nvSpPr>
        <p:spPr>
          <a:xfrm>
            <a:off x="2468880" y="13716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Apache NiFi icône" descr="Apache NiF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190" y="156591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4884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Apache NiFi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148840" y="2633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ETL · port 8443</a:t>
            </a:r>
            <a:endParaRPr lang="en-US" sz="1200" dirty="0"/>
          </a:p>
        </p:txBody>
      </p:sp>
      <p:sp>
        <p:nvSpPr>
          <p:cNvPr id="14" name="Flèche 2"/>
          <p:cNvSpPr/>
          <p:nvPr/>
        </p:nvSpPr>
        <p:spPr>
          <a:xfrm>
            <a:off x="3447288" y="1645920"/>
            <a:ext cx="329184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PostgreSQL 18 cercle"/>
          <p:cNvSpPr/>
          <p:nvPr/>
        </p:nvSpPr>
        <p:spPr>
          <a:xfrm>
            <a:off x="4160520" y="137160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PostgreSQL 18 icône" descr="PostgreSQL 1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830" y="156591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4048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PostgreSQL 18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840480" y="2633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port 5433</a:t>
            </a:r>
            <a:endParaRPr lang="en-US" sz="1200" dirty="0"/>
          </a:p>
        </p:txBody>
      </p:sp>
      <p:sp>
        <p:nvSpPr>
          <p:cNvPr id="19" name="Flèche 3"/>
          <p:cNvSpPr/>
          <p:nvPr/>
        </p:nvSpPr>
        <p:spPr>
          <a:xfrm>
            <a:off x="5138928" y="1645920"/>
            <a:ext cx="329184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API Flask cercle"/>
          <p:cNvSpPr/>
          <p:nvPr/>
        </p:nvSpPr>
        <p:spPr>
          <a:xfrm>
            <a:off x="5852160" y="13716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API Flask icône" descr="API Flas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470" y="156591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3212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API Flask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532120" y="2633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port 5000</a:t>
            </a:r>
            <a:endParaRPr lang="en-US" sz="1200" dirty="0"/>
          </a:p>
        </p:txBody>
      </p:sp>
      <p:sp>
        <p:nvSpPr>
          <p:cNvPr id="24" name="Flèche 4"/>
          <p:cNvSpPr/>
          <p:nvPr/>
        </p:nvSpPr>
        <p:spPr>
          <a:xfrm>
            <a:off x="6830568" y="1645920"/>
            <a:ext cx="329184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Postman cercle"/>
          <p:cNvSpPr/>
          <p:nvPr/>
        </p:nvSpPr>
        <p:spPr>
          <a:xfrm>
            <a:off x="7543800" y="137160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6" name="Postman icône" descr="Postma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8110" y="1565910"/>
            <a:ext cx="388620" cy="3886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2376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Postman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7223760" y="2633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clients de l'API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Installation reproductible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 clone, un fichier .env, puis une seule commande docker compose. Base créée et remplie automatiquement (init.sql, seed.sql).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données</a:t>
            </a:r>
            <a:endParaRPr lang="en-US" sz="3000" dirty="0"/>
          </a:p>
        </p:txBody>
      </p:sp>
      <p:sp>
        <p:nvSpPr>
          <p:cNvPr id="3" name="En-tête hotels"/>
          <p:cNvSpPr/>
          <p:nvPr/>
        </p:nvSpPr>
        <p:spPr>
          <a:xfrm>
            <a:off x="457200" y="114300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hotels</a:t>
            </a:r>
            <a:endParaRPr lang="en-US" sz="1700" dirty="0"/>
          </a:p>
        </p:txBody>
      </p:sp>
      <p:sp>
        <p:nvSpPr>
          <p:cNvPr id="5" name="Table hotels"/>
          <p:cNvSpPr/>
          <p:nvPr/>
        </p:nvSpPr>
        <p:spPr>
          <a:xfrm>
            <a:off x="457200" y="164592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id, nom, ville, adresse, etoiles, nb_chambres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nom + ville uniques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etoiles de 0 à 5</a:t>
            </a:r>
            <a:endParaRPr lang="en-US" sz="1300" dirty="0"/>
          </a:p>
        </p:txBody>
      </p:sp>
      <p:sp>
        <p:nvSpPr>
          <p:cNvPr id="8" name="En-tête reservations"/>
          <p:cNvSpPr/>
          <p:nvPr/>
        </p:nvSpPr>
        <p:spPr>
          <a:xfrm>
            <a:off x="3291840" y="114300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reservations</a:t>
            </a:r>
            <a:endParaRPr lang="en-US" sz="1700" dirty="0"/>
          </a:p>
        </p:txBody>
      </p:sp>
      <p:sp>
        <p:nvSpPr>
          <p:cNvPr id="10" name="Table reservations"/>
          <p:cNvSpPr/>
          <p:nvPr/>
        </p:nvSpPr>
        <p:spPr>
          <a:xfrm>
            <a:off x="3291840" y="164592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783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id, client_id, hotel_id, date_arrivee, date_depart, nb_personnes, statut, created_at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74320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date_depart &gt; date_arrivee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nb_personnes &gt; 0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anti-doublon : client + hôtel + dates</a:t>
            </a:r>
            <a:endParaRPr lang="en-US" sz="1300" dirty="0"/>
          </a:p>
        </p:txBody>
      </p:sp>
      <p:sp>
        <p:nvSpPr>
          <p:cNvPr id="13" name="En-tête clients"/>
          <p:cNvSpPr/>
          <p:nvPr/>
        </p:nvSpPr>
        <p:spPr>
          <a:xfrm>
            <a:off x="6126480" y="114300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</a:t>
            </a:r>
            <a:endParaRPr lang="en-US" sz="1700" dirty="0"/>
          </a:p>
        </p:txBody>
      </p:sp>
      <p:sp>
        <p:nvSpPr>
          <p:cNvPr id="15" name="Table clients"/>
          <p:cNvSpPr/>
          <p:nvPr/>
        </p:nvSpPr>
        <p:spPr>
          <a:xfrm>
            <a:off x="6126480" y="164592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783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id, nom, prenom, email, telephone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74320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email unique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1 client → N réservations ← 1 hôtel   ·   clés étrangères ON DELETE RESTRICT   ·   statut : EN_ATTENTE, CONFIRMEE, ANNULEE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API REST uniforme</a:t>
            </a:r>
            <a:endParaRPr lang="en-US" sz="3000" dirty="0"/>
          </a:p>
        </p:txBody>
      </p:sp>
      <p:graphicFrame>
        <p:nvGraphicFramePr>
          <p:cNvPr id="6" name="Table des rou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8463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05740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(préfixe /api/v1)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 de l'API et de la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· 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/hotels · /clients · /reservations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paginée · création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· PUT · 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/{ressource}/{id}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· remplacement · suppression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Filtres et pagination"/>
          <p:cNvSpPr/>
          <p:nvPr/>
        </p:nvSpPr>
        <p:spPr>
          <a:xfrm>
            <a:off x="5577840" y="1143000"/>
            <a:ext cx="3108960" cy="33375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064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Filtres des réservations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806440" y="16916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hotel_id, client_id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statut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date_debut, date_fin (période)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page, per_page (max 100)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3108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/reservations?hotel_id=1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&amp;statut=CONFIRMEE&amp;page=1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0644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{"data": [...], "page": 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"per_page": 10, "total": 13}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Contrat formalisé dans docs/openapi.yaml (OpenAPI 3, validé), consultable dans Swagger Editor.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format d'erreur unique</a:t>
            </a:r>
            <a:endParaRPr lang="en-US" sz="3000" dirty="0"/>
          </a:p>
        </p:txBody>
      </p:sp>
      <p:sp>
        <p:nvSpPr>
          <p:cNvPr id="3" name="Exemple JSON"/>
          <p:cNvSpPr/>
          <p:nvPr/>
        </p:nvSpPr>
        <p:spPr>
          <a:xfrm>
            <a:off x="457200" y="1188720"/>
            <a:ext cx="384048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"error": "validation_error",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"date_depart doit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être après date_arrivee",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"details": {}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46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Contrôles dans l'ordre : 400, puis 422, puis 404, puis 409.</a:t>
            </a:r>
            <a:endParaRPr lang="en-US" sz="1400" dirty="0"/>
          </a:p>
        </p:txBody>
      </p:sp>
      <p:sp>
        <p:nvSpPr>
          <p:cNvPr id="6" name="Code 400"/>
          <p:cNvSpPr/>
          <p:nvPr/>
        </p:nvSpPr>
        <p:spPr>
          <a:xfrm>
            <a:off x="4663440" y="1188720"/>
            <a:ext cx="86868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1887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400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12070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bad_request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JSON absent, paramètre mal formé</a:t>
            </a:r>
            <a:endParaRPr lang="en-US" sz="1400" dirty="0"/>
          </a:p>
        </p:txBody>
      </p:sp>
      <p:sp>
        <p:nvSpPr>
          <p:cNvPr id="9" name="Code 404"/>
          <p:cNvSpPr/>
          <p:nvPr/>
        </p:nvSpPr>
        <p:spPr>
          <a:xfrm>
            <a:off x="4663440" y="2011680"/>
            <a:ext cx="86868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01168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404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20299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not_found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identifiant, client ou hôtel inexistant</a:t>
            </a:r>
            <a:endParaRPr lang="en-US" sz="1400" dirty="0"/>
          </a:p>
        </p:txBody>
      </p:sp>
      <p:sp>
        <p:nvSpPr>
          <p:cNvPr id="12" name="Code 409"/>
          <p:cNvSpPr/>
          <p:nvPr/>
        </p:nvSpPr>
        <p:spPr>
          <a:xfrm>
            <a:off x="4663440" y="2834640"/>
            <a:ext cx="8686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8346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409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0" y="28529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doublon de réservation, email déjà utilisé</a:t>
            </a:r>
            <a:endParaRPr lang="en-US" sz="1400" dirty="0"/>
          </a:p>
        </p:txBody>
      </p:sp>
      <p:sp>
        <p:nvSpPr>
          <p:cNvPr id="15" name="Code 422"/>
          <p:cNvSpPr/>
          <p:nvPr/>
        </p:nvSpPr>
        <p:spPr>
          <a:xfrm>
            <a:off x="4663440" y="3657600"/>
            <a:ext cx="86868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36576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422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367588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validation_error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champ manquant, dates incohérentes, nb_personnes ≤ 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flux NiFi : du CSV à la base</a:t>
            </a:r>
            <a:endParaRPr lang="en-US" sz="3000" dirty="0"/>
          </a:p>
        </p:txBody>
      </p:sp>
      <p:pic>
        <p:nvPicPr>
          <p:cNvPr id="3" name="Capture NiFi" descr="Canvas NiFi : 8 processors relié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120640" cy="2103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337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GetFile → ReplaceText (dates jj/mm/aaaa) → QueryRecord (validation) → SplitRecord → LookupRecord ×2 (client_id, hotel_id) → PutDatabaseRecord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2"/>
                </a:solidFill>
              </a:rPr>
              <a:t>Chaque réservation est traitée seule : une ligne invalide ne bloque pas les autres. Relancer le flux ne crée aucun doublon.</a:t>
            </a:r>
            <a:endParaRPr lang="en-US" sz="1300" dirty="0"/>
          </a:p>
        </p:txBody>
      </p:sp>
      <p:graphicFrame>
        <p:nvGraphicFramePr>
          <p:cNvPr id="5" name="Entonnoir NiFi" descr=""/>
          <p:cNvGraphicFramePr/>
          <p:nvPr/>
        </p:nvGraphicFramePr>
        <p:xfrm>
          <a:off x="5806440" y="1051560"/>
          <a:ext cx="2880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et qualité</a:t>
            </a:r>
            <a:endParaRPr lang="en-US" sz="3000" dirty="0"/>
          </a:p>
        </p:txBody>
      </p:sp>
      <p:sp>
        <p:nvSpPr>
          <p:cNvPr id="3" name="Stat tests pytest"/>
          <p:cNvSpPr/>
          <p:nvPr/>
        </p:nvSpPr>
        <p:spPr>
          <a:xfrm>
            <a:off x="457200" y="1143000"/>
            <a:ext cx="19202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tests pytest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8 unitaires, 32 sur la vraie base</a:t>
            </a:r>
            <a:endParaRPr lang="en-US" sz="1200" dirty="0"/>
          </a:p>
        </p:txBody>
      </p:sp>
      <p:sp>
        <p:nvSpPr>
          <p:cNvPr id="7" name="Stat requêtes Postman"/>
          <p:cNvSpPr/>
          <p:nvPr/>
        </p:nvSpPr>
        <p:spPr>
          <a:xfrm>
            <a:off x="2560320" y="1143000"/>
            <a:ext cx="19202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234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requêtes Postman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3317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102 assertions automatiques</a:t>
            </a:r>
            <a:endParaRPr lang="en-US" sz="1200" dirty="0"/>
          </a:p>
        </p:txBody>
      </p:sp>
      <p:sp>
        <p:nvSpPr>
          <p:cNvPr id="11" name="Stat commande"/>
          <p:cNvSpPr/>
          <p:nvPr/>
        </p:nvSpPr>
        <p:spPr>
          <a:xfrm>
            <a:off x="4663440" y="1143000"/>
            <a:ext cx="19202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34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commande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3317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pour tout installer, testée sur un clone vierge</a:t>
            </a:r>
            <a:endParaRPr lang="en-US" sz="1200" dirty="0"/>
          </a:p>
        </p:txBody>
      </p:sp>
      <p:sp>
        <p:nvSpPr>
          <p:cNvPr id="15" name="Stat bug détecté"/>
          <p:cNvSpPr/>
          <p:nvPr/>
        </p:nvSpPr>
        <p:spPr>
          <a:xfrm>
            <a:off x="6766560" y="1143000"/>
            <a:ext cx="19202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1234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bug détecté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3317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par les tests, avant la soutenance</a:t>
            </a:r>
            <a:endParaRPr lang="en-US" sz="1200" dirty="0"/>
          </a:p>
        </p:txBody>
      </p:sp>
      <p:sp>
        <p:nvSpPr>
          <p:cNvPr id="19" name="Bug cercle"/>
          <p:cNvSpPr/>
          <p:nvPr/>
        </p:nvSpPr>
        <p:spPr>
          <a:xfrm>
            <a:off x="457200" y="32918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Bug icône" descr="B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345186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280160" y="324612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Bug trouvé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supprimer un hôtel ou un client ayant des réservations renvoie 500 au lieu de 409 (RestrictViolation non gérée). La suppression est bien refusée ; seul le code HTTP est faux. Signalé au rôle 2, test marqué xfail en attendant.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de démonstration</a:t>
            </a:r>
            <a:endParaRPr lang="en-US" sz="3000" dirty="0"/>
          </a:p>
        </p:txBody>
      </p:sp>
      <p:sp>
        <p:nvSpPr>
          <p:cNvPr id="3" name="Ligne de temps"/>
          <p:cNvSpPr/>
          <p:nvPr/>
        </p:nvSpPr>
        <p:spPr>
          <a:xfrm>
            <a:off x="1280160" y="1691640"/>
            <a:ext cx="65836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4" name="Dépôt du CSV cercle"/>
          <p:cNvSpPr/>
          <p:nvPr/>
        </p:nvSpPr>
        <p:spPr>
          <a:xfrm>
            <a:off x="960120" y="12344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Dépôt du CSV icône" descr="Dépôt du CS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Dépôt du CSV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 lignes brutes, dont 5 problématiques. Base : 10 réservations</a:t>
            </a:r>
            <a:endParaRPr lang="en-US" sz="1300" dirty="0"/>
          </a:p>
        </p:txBody>
      </p:sp>
      <p:sp>
        <p:nvSpPr>
          <p:cNvPr id="8" name="Passage dans NiFi cercle"/>
          <p:cNvSpPr/>
          <p:nvPr/>
        </p:nvSpPr>
        <p:spPr>
          <a:xfrm>
            <a:off x="3063240" y="123444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Passage dans NiFi icône" descr="Passage dans NiF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463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6032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Passage dans NiFi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606040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Once processor par processor ; on suit les files d'attente</a:t>
            </a:r>
            <a:endParaRPr lang="en-US" sz="1300" dirty="0"/>
          </a:p>
        </p:txBody>
      </p:sp>
      <p:sp>
        <p:nvSpPr>
          <p:cNvPr id="12" name="Consultation API cercle"/>
          <p:cNvSpPr/>
          <p:nvPr/>
        </p:nvSpPr>
        <p:spPr>
          <a:xfrm>
            <a:off x="5166360" y="12344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Consultation API icône" descr="Consultation AP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630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6344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Consultation API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709160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GET /reservations : 13 réservations, filtres et pagination</a:t>
            </a:r>
            <a:endParaRPr lang="en-US" sz="1300" dirty="0"/>
          </a:p>
        </p:txBody>
      </p:sp>
      <p:sp>
        <p:nvSpPr>
          <p:cNvPr id="16" name="Tests Postman cercle"/>
          <p:cNvSpPr/>
          <p:nvPr/>
        </p:nvSpPr>
        <p:spPr>
          <a:xfrm>
            <a:off x="7269480" y="123444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Tests Postman icône" descr="Tests Postm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4630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6656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4. Tests Postman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812280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Créer, modifier, supprimer, puis provoquer un 422 et un 409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Déroulé détaillé, commandes et résultats attendus : docs/scenario-e2e.md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</a:t>
            </a:r>
            <a:endParaRPr lang="en-US" sz="3000" dirty="0"/>
          </a:p>
        </p:txBody>
      </p:sp>
      <p:graphicFrame>
        <p:nvGraphicFramePr>
          <p:cNvPr id="11" name="Table des difficulté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Connexion NiFi refusée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 de passe &lt; 12 caractères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 de passe de 12 caractères minimum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 absentes sous Fedora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SELinux bloque les volumes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:z sur les volumes Docker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NiFi ne joint pas la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JDBC absent de l'image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postgresql.jar monté en volume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Doublons NiFi en erreur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INSERT_IGNORE exige une clé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+ contrainte uq_reservation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Mauvais code à la suppression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RestrictViolation non gérée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Détecté par les tests, signalé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Répartition de l'équipe</a:t>
            </a:r>
            <a:endParaRPr lang="en-US" sz="3000" dirty="0"/>
          </a:p>
        </p:txBody>
      </p:sp>
      <p:sp>
        <p:nvSpPr>
          <p:cNvPr id="3" name="Membre 1"/>
          <p:cNvSpPr/>
          <p:nvPr/>
        </p:nvSpPr>
        <p:spPr>
          <a:xfrm>
            <a:off x="457200" y="1143000"/>
            <a:ext cx="1554480" cy="32461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ôle 1"/>
          <p:cNvSpPr/>
          <p:nvPr/>
        </p:nvSpPr>
        <p:spPr>
          <a:xfrm>
            <a:off x="914400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0312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SANON Cheick Hadou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4320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Chef de projet, base, Docker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init.sql, seed.sql, docker-compose</a:t>
            </a:r>
            <a:endParaRPr lang="en-US" sz="1200" dirty="0"/>
          </a:p>
        </p:txBody>
      </p:sp>
      <p:sp>
        <p:nvSpPr>
          <p:cNvPr id="9" name="Membre 2"/>
          <p:cNvSpPr/>
          <p:nvPr/>
        </p:nvSpPr>
        <p:spPr>
          <a:xfrm>
            <a:off x="2139696" y="1143000"/>
            <a:ext cx="1554480" cy="32461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Rôle 2"/>
          <p:cNvSpPr/>
          <p:nvPr/>
        </p:nvSpPr>
        <p:spPr>
          <a:xfrm>
            <a:off x="2596896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96896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249424" y="210312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WEDRAOGO Relwende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49424" y="274320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API : socle, hôtels, clients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49424" y="347472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Flask, CRUD, gestion des erreurs</a:t>
            </a:r>
            <a:endParaRPr lang="en-US" sz="1200" dirty="0"/>
          </a:p>
        </p:txBody>
      </p:sp>
      <p:sp>
        <p:nvSpPr>
          <p:cNvPr id="15" name="Membre 3"/>
          <p:cNvSpPr/>
          <p:nvPr/>
        </p:nvSpPr>
        <p:spPr>
          <a:xfrm>
            <a:off x="3822192" y="1143000"/>
            <a:ext cx="1554480" cy="32461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Rôle 3"/>
          <p:cNvSpPr/>
          <p:nvPr/>
        </p:nvSpPr>
        <p:spPr>
          <a:xfrm>
            <a:off x="4279392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79392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210312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TEGA Lareine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274320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API : réservations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347472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CRUD, filtres, doublons, pytest</a:t>
            </a:r>
            <a:endParaRPr lang="en-US" sz="1200" dirty="0"/>
          </a:p>
        </p:txBody>
      </p:sp>
      <p:sp>
        <p:nvSpPr>
          <p:cNvPr id="21" name="Membre 4"/>
          <p:cNvSpPr/>
          <p:nvPr/>
        </p:nvSpPr>
        <p:spPr>
          <a:xfrm>
            <a:off x="5504688" y="1143000"/>
            <a:ext cx="1554480" cy="32461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Rôle 4"/>
          <p:cNvSpPr/>
          <p:nvPr/>
        </p:nvSpPr>
        <p:spPr>
          <a:xfrm>
            <a:off x="5961888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6188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614416" y="210312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OUEDRAOGO P. Judicaël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14416" y="274320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NiFi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14416" y="347472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CSV source, flux ETL, documentation</a:t>
            </a:r>
            <a:endParaRPr lang="en-US" sz="1200" dirty="0"/>
          </a:p>
        </p:txBody>
      </p:sp>
      <p:sp>
        <p:nvSpPr>
          <p:cNvPr id="27" name="Membre 5"/>
          <p:cNvSpPr/>
          <p:nvPr/>
        </p:nvSpPr>
        <p:spPr>
          <a:xfrm>
            <a:off x="7187184" y="1143000"/>
            <a:ext cx="1554480" cy="32461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Rôle 5"/>
          <p:cNvSpPr/>
          <p:nvPr/>
        </p:nvSpPr>
        <p:spPr>
          <a:xfrm>
            <a:off x="7644384" y="1325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44384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7296912" y="210312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SOME Enock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296912" y="274320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Tests, documentation, présentation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296912" y="347472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OpenAPI, Postman, README, slides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et perspectives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Livré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Chaîne complète CSV → NiFi → PostgreSQL → API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Installation en une commande Docker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Contrat OpenAPI, 40 tests pytest, 50 requêtes Postman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README testé sur une machine propre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améliorer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8288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Corriger le code 409 à la suppression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Écrire les rejets NiFi dans un fichier avec le motif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Contrôler la disponibilité des chambres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Ajouter une authentification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Merci. Des questions 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upe 3 Laterite">
  <a:themeElements>
    <a:clrScheme name="Groupe 3 Laterite">
      <a:dk1>
        <a:srgbClr val="1E1B18"/>
      </a:dk1>
      <a:lt1>
        <a:srgbClr val="FFFFFF"/>
      </a:lt1>
      <a:dk2>
        <a:srgbClr val="23332F"/>
      </a:dk2>
      <a:lt2>
        <a:srgbClr val="F1EEE9"/>
      </a:lt2>
      <a:accent1>
        <a:srgbClr val="C0502B"/>
      </a:accent1>
      <a:accent2>
        <a:srgbClr val="2F7D6D"/>
      </a:accent2>
      <a:accent3>
        <a:srgbClr val="E3A33B"/>
      </a:accent3>
      <a:accent4>
        <a:srgbClr val="6B7B7A"/>
      </a:accent4>
      <a:accent5>
        <a:srgbClr val="8E3B22"/>
      </a:accent5>
      <a:accent6>
        <a:srgbClr val="A9C5BE"/>
      </a:accent6>
      <a:hlink>
        <a:srgbClr val="2F7D6D"/>
      </a:hlink>
      <a:folHlink>
        <a:srgbClr val="8E3B22"/>
      </a:folHlink>
    </a:clrScheme>
    <a:fontScheme name="Groupe 3 Lateri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de réservations hôtelières - Groupe 3</dc:title>
  <dc:subject>PptxGenJS Presentation</dc:subject>
  <dc:creator>Groupe 3 SIE</dc:creator>
  <cp:lastModifiedBy>Groupe 3 SIE</cp:lastModifiedBy>
  <cp:revision>1</cp:revision>
  <dcterms:created xsi:type="dcterms:W3CDTF">2026-10-29T13:18:11Z</dcterms:created>
  <dcterms:modified xsi:type="dcterms:W3CDTF">2026-10-29T13:18:11Z</dcterms:modified>
</cp:coreProperties>
</file>